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07 is land-first — visible, low decision-risk, and tied to a hard regulatory deadline. Position to the CIO/general counsel via ADA Title II; to the CFO via litigation/remediation exposure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the gov deadline (Apr 26 2027) and the ~95%-PDF complaint figure (sector-press — flag). Illinois Tech speed-up is vendor-attributed. This is the compliance-clock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cost-of-nothing is hard litigation/remediation exposure — flag the settlement ranges as industry-tracker estimates. Bright line: staff own the accessibility attestation; the human signs off, the agent does the heavy lifting.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Note Textract at step 1 and Translate at step 3 — agent-specific AWS blocks. Staff sign-off is the gate; every document touched is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Highlight Amazon Textract and Amazon Translate as the agent-specific services. Customer provides: IdP, SIS/CRM connectivity, and the document streams. Remediated output is WORM-stored; records write only on staff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Ohio State (open-sourced) and Illinois Tech are the vendor proofs. The deadline itself is the urgency. Close on platform-as-product and the runbook 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Accessibility Services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Education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07 of 8  ·  Textract intake, WCAG 2.1 AA remediation and multilingual output — staff sign off on accessibility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6291072"/>
            <a:ext cx="1146048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2027 ADA DEADLINE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Accessibility Services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document pipeline that extracts, classifies, and remediates content to WCAG 2.1 AA at scale — with multilingual output and a staff accessibility sign-off — directly addressing the ADA Title II deadline and PDF-dominated complaint risk.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26 2027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Title II WCAG 2.1 AA deadline (≥50k pop.) / 2028 smaller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accessibility complaints involve PDFs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wks → 1 day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transcript/credential evaluation (Illinois Tech on AWS)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is document-heavy (transcripts, aid docs) with error and turnaround pressure.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Title II (WCAG 2.1 AA) hits April 26 2027 (≥50k) / 2028 (smaller) — now legally enforced.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of accessibility complaints involve inaccessible PDFs — the artifact offices generate at volume.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document handling is manual and slow.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$30K–$815K exposure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non-compliance exposure: settlements avg ~$30k · judgments ~$85k · class actions ~$400k; one institution-scale remediation program ran $665k–$815k. Plus federal-funding conditions.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campaign drove 2,400+ OCR complaints / 1,000+ resolution agreements.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Federal-funding conditions tied to Title II compliance.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606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 settlement ranges, flag on slide; gov deadlines]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extracts, remediates, and translates; staff sign off on consequential records and accessibility — the human owns the compliance attestation, and every document is audited.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and Textract-extract, detect accessibility gaps, draft remediated and translated output — staff sign off on accessibility before any record is released.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+ Textract extract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 → S3 → Textract OCR/extract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+ detect gaps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classify; detect WCAG 2.1 AA accessibility gaps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 + translate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structured output (+ Amazon Translate)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SIGN-OFF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reviews consequential records + accessibility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document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touched is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version — append-only and examiner-ready by design.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approved sources; Bedrock Guardrails mask PII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compliance attestation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PDF.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accessibility staff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Google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/ CRM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(transcripts, aid docs)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 account per institution)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ECS FARGATE / AGENTCORE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agent + Amazon Translate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(intake)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 touched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remediated (WORM)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staff sign-in   2 SAML federation (MFA at IdP; Cognito issues JWT)   3 authenticated session to document console   4 documents land in S3; SIS/CRM read over private connectivity   5 IDP workers scale with intake volume   6 Textract extract + Bedrock/Guardrails classify &amp; remediate (+ Translate) inside the VPC   7 every document touched persisted to append-only audit   8 SIS/CRM reachable only through the governed MCP gateway (write on sign-off)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4–6wk→1d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transcript/credential eval (Illinois Tech)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remediation (Ohio State)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2027/2028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deadlines directly addressed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PDF-dominated complaint risk mitigated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IDP agent + wire the Textract/IDP pipeline + gateway grants.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SIS/CRM; enable Amazon Translate.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staff accessibility-approval gate + S3 WORM audit; smoke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Quick-deploy + gateway; wire the Textract/IDP pipeline, connect SIS/CRM, enable Translate and the staff accessibility-approval gate.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runbooks/agent-deploy/07-document-accessibility-services.md  ·  docs/AWS-DEPLOYMENT-REFERENCE.md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FERPA/ADA-defensible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 07 — Document &amp; Accessibility Services</dc:title>
  <dc:subject>PptxGenJS Presentation</dc:subject>
  <dc:creator>EDU AI Agent Suite</dc:creator>
  <cp:lastModifiedBy>EDU AI Agent Suite</cp:lastModifiedBy>
  <cp:revision>1</cp:revision>
  <dcterms:created xsi:type="dcterms:W3CDTF">2026-06-24T03:49:11Z</dcterms:created>
  <dcterms:modified xsi:type="dcterms:W3CDTF">2026-06-24T03:49:11Z</dcterms:modified>
</cp:coreProperties>
</file>