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02 is higher-governance — sequence it after the control plane is proven by 01/03/07/08. Position to the CIO as integrity-bounded, not a free-for-all chatbot; to the CFO as the scalable alternative to per-student tutoring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Lead with the Harvard RCT (gov/peer-reviewed): &gt;2× learning in less time. The $1.2–2.5M is the modeled human-tutoring substitution cost for 1,000 students. Present as documented-at-study, modeled-at-your-baseline.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The cost-of-nothing is either large recurring tutoring spend or an equity gap where most students get no help. Bright line: the tutor coaches, never grades, never dumps answers, and escalates distress.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Note step 4 is a human ESCALATION, not an approval gate — distress or repeated struggle routes to a counselor/instructor. Integrity audit supports academic-integrity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To deploy, the customer provides: IdP, LMS connectivity, and the approved course corpus to index. AgentCore memory is retention-bounded; PII is masked before any model call. Guardrails enforce Socratic, no-answer-dumping behavior in-VPC.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Outcomes are documented at the Harvard study or modeled at the customer baseline. Close on governance as the product: integrity guardrails + escalation are what make an AI tutor defensible to a provost.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Tutor &amp; Study Companion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Education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02 of 8  ·  24/7 Socratic help grounded in the course's own materials — escalates to a human on distress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2× AS MUCH, ANY HOUR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Tutor &amp; Study Companion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tutor grounded in the course's own materials that coaches one step at a time — democratizing high-impact tutoring while protecting academic integrity and escalating to a human when a student struggles or is in distress.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&gt;2×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learned, in less time, vs. an active-learning class (Harvard RCT)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$1.2–2.5M+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match the same support with human tutoring for 1,000 students/yr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6016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~0.37 SD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human-tutoring gain — the value ceiling AI helps democratize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help at scale outside class hours; human tutoring is expensive and access is uneven.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tutoring runs ~$1,200–$2,500+ per student/year — out of reach for most.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 chatbots dump answers and undermine academic integrity.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scalable way to escalate a struggling or distressed student to a human.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~$1.2M–$2.5M+ / yr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Modeled: 1,000 students × $1,200–$2,500/student/yr for human high-impact tutoring — the recurring spend a fixed-cost AI tutor scales against, or most students get no after-hours help at all.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gap: students who can't afford private tutoring fall behind.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exposure from ungoverned tools used off-platform.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606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 — high-impact-tutoring unit cost × served population]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coaches and explains within Guardrails; it never grades, never answer-dumps, and escalates struggle or distress to a named human.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approved course content, coach one step at a time within Guardrails — escalate to an instructor or counselor when a student struggles or shows distress.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course content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LMS/course materials via Knowledge Base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question &amp; level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the student's intent and mastery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step coaching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at a time; Guardrails block answer-dumping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ESCALATION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or repeated struggle routes to instructor/tutor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logged for review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version — append-only and examiner-ready by design.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approved sources; Bedrock Guardrails mask PII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grades or answers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PDF.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(course portal / LMS)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Google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/ content (Canvas etc.)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 → Knowledge Base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 account per institution)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ECS FARGATE / AGENTCORE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(study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agent + AgentCore memory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retention-bounded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 (RAG)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logs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student sign-in   2 SAML federation (MFA at IdP; Cognito issues JWT)   3 authenticated session to study console   4 course materials retrieved from the Knowledge Base   5 demand scales the tutor workers   6 Socratic coaching via Bedrock + Guardrails inside the VPC   7 integrity-review interactions persisted to append-only audit   8 LMS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learned in less time (Harvard physics RCT)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~0.37 SD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human-tutoring gain AI helps democratize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tutoring-cost reduction from tech substitution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equitable access at fixed cost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5449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per data class + per-customer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with role scoping.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tutor agent + grant tools via the MCP gateway.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LMS; index course materials into a Knowledge Base.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integrity Guardrails + memory-retention boundaries; smoke test escalation.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Quick-deploy environment + gateway; connect LMS, index course materials into a Knowledge Base, set integrity guardrails and memory-retention boundaries.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runbooks/agent-deploy/02-tutor-study-companion.md  ·  docs/AWS-DEPLOYMENT-REFERENCE.md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FERPA/ADA-defensible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Agent 02 — Personalized Tutor &amp; Study Companion</dc:title>
  <dc:subject>PptxGenJS Presentation</dc:subject>
  <dc:creator>EDU AI Agent Suite</dc:creator>
  <cp:lastModifiedBy>EDU AI Agent Suite</cp:lastModifiedBy>
  <cp:revision>1</cp:revision>
  <dcterms:created xsi:type="dcterms:W3CDTF">2026-06-24T03:49:10Z</dcterms:created>
  <dcterms:modified xsi:type="dcterms:W3CDTF">2026-06-24T03:49:10Z</dcterms:modified>
</cp:coreProperties>
</file>