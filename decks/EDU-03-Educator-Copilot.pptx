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03 is a strong land-first companion to 01 — high visibility, low decision-risk, and a direct line to the teacher-time and turnover story. Position to the CFO via turnover cost; to the CIO as educator-owned output with full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RAND's 53-vs-44-hour gap (gov/peer-reviewed). The Walton-Gallup 5.9 hrs/week and LPI turnover cost are foundation/research. Frame the AI as giving teachers their week back, not replacing their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This agent uses a DIRECT cost figure (LPI turnover) rather than a model — call that out as a strength. Bright line: educator reviews, edits, and owns; nothing publishes unedited.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gate is the educator approval — students never see unedited AI output. Standards grounding via Knowledge Base keeps drafts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Customer provides: IdP, LMS connectivity, and the standards/curriculum/template corpus. Publish-to-LMS happens only on approval, through the governed gateway. Bedrock + Guardrails in-VPC.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Vanderbilt Amplify is the vendor proof that this pattern runs in production. Close on the platform-as-product takeaway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Educator Copilot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03 of 8  ·  first-draft lessons, rubrics, quizzes &amp; differentiation in minutes — the educator edits and owns every output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RECLAIM THE 9-HOUR WEEK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Educator Copilot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copilot that drafts standards-aligned lessons, rubrics, quizzes, and differentiated variants in minutes — on-template and educator-owned, with nothing published unedited.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~53 hrs/wk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work vs. 44 for comparable adults — a 9-hr gap (RAND 2024)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6545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RAND]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~5.9 hrs/wk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by teachers using AI weekly (~6 weeks/yr)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$11.9K–24.9K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replace one burned-out teacher (~$2.2B/yr nationally)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 — LPI]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work ~53 hrs/week (vs. 44 for peers) on only ~4.4 hrs of planning time.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lost to prep, differentiation, rubric-building, and LMS navigation.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is a named burnout driver; turnover costs $11,860–$24,930 per teacher.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alignment and template consistency are manual and slow.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~$11.9K–$24.9K / teacher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(LPI 2024): replacing one burned-out teacher costs $11,860 (small) to $24,930 (large districts) — ~$2.2B/yr nationally. Inaction keeps paying this recurring bill.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turnover and rehire cost driven by workload burnout.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instructional quality when prep time is squeezed.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15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 — Learning Policy Institute 2024]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standards-aligned materials; the educator reviews, edits, and owns every output — nothing publishes unedited.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standards + approved curriculum, draft lessons/rubrics/quizzes and differentiated variants — the educator approves before anything publishes.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standards + curriculum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standards/templates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educator intent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grade, standard, level, differentiation need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+ differentiate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/ rubric / quiz + variants, on-template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EDUCATOR APPROVES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edits; nothing publishes unedited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drafts &amp; approvals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draft + approval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what students see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(web / LMS)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(publish-on-approval)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/ curriculum → Knowledge Base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(copilot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agent + templating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+ curriculum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(WORM)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educator sign-in   2 SAML federation (MFA at IdP; Cognito issues JWT)   3 authenticated session to copilot   4 standards/curriculum retrieved from the Knowledge Base   5 drafting workers scale with demand   6 drafting via Bedrock + Guardrails inside the VPC   7 drafts &amp; approvals persisted to append-only audit   8 LMS publish reachable only through the governed MCP gateway (on approval)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hrs/wk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above-peer workload targeted (RAND)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~5.9 hrs/wk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weekly with AI (~6 wks/yr)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$11.9–24.9K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turnover cost per retained teacher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prod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'Amplify' runs lesson-plan agents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copilot agent + grant tools via the MCP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standards/curriculum/templates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LMS for publish-on-approval; enable audit +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index standards/curriculum/templates into a Knowledge Base; connect the LMS for publish-on-approval.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runbooks/agent-deploy/03-educator-copilot.md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03 — Educator Copilot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