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04 is higher-governance — the human gate is non-negotiable. Position to the CISO/provost: no autonomous grades, mandatory instructor override, full audit of draft/override/final. Sequence after the control plane is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the peer-reviewed RCT (comparable to human, faster) over the vendor 80% marking-speed claim. The 9.9 hrs/week is a vendor-commissioned survey — flag it. The $4,270 is modeled; show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Modeled recoverable grading labor plus attrition risk. The ~40%-of-teaching-time figure is an estimate — flag it. Bright line: instructor is grader of record; the gate is mandatory and enforced by Step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Step 4 uses Step Functions waitForTaskToken — a hard stop the workflow cannot pass autonomously. Audit captures the draft, the override, and the final grade — examiner- and appeal-ready.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Note the Step Functions HITL box in the runtime tier. Customer provides: IdP, LMS gradebook connectivity, and approved rubrics. Gradebook write-back occurs only after approval, through the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Lead with the RCT proof. The zero-autonomous-grades stat is the governance headline. Close on platform-as-product and the runbook 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Assessment, Grading &amp; Feedback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Education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04 of 8  ·  draft score + rationale against the approved rubric — the instructor stays grader of record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6291072"/>
            <a:ext cx="1146048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IN HOURS, NOT WEEKS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Assessment, Grading &amp; Feedback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grading assistant that drafts a score and targeted feedback against the approved rubric — consistently and fast — while the instructor reviews and overrides every grade. No autonomous grades, ever.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~9.9 hrs/wk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spend grading; 95% take it home (2025 survey)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 — flag on slide]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vs. human grading, faster turnaround (RCTs)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~$4,270/yr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grading labor per instructor (modeled)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and feedback are slow and inconsistent, especially in large/online sections.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spend ~9.9 hrs/week grading; 95% take it home; ~62% call it one of the worst parts of the job.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feedback is the feedback students need most, lost.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estimated ~40% of teaching time goes to grading (estimate — flag on slide).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~$4,270 / instructor / yr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~356 grading hrs/yr × 30% reduction × ~$40/hr loaded ≈ $4,270/instructor — scaled across faculty, plus grading-driven attrition risk.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Grading-driven burnout and attrition (~1 in 3 considered leaving over it).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rubric application creates fairness and appeal exposure.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2982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grading hours × reduction × loaded rate]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a score and rationale; the instructor reviews and overrides every grade before any write-back — the human is the grader of record.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the approved rubric, draft a score and targeted feedback — then stop at a mandatory instructor gate before any grade reaches the gradebook.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rubric +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rubric + assignment via Knowledge 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submission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each rubric criterion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score + feedback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criterion-linked rationale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reviews/overrides every grade — mandatory (waitForTaskToken)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gradebook write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override, final grade all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version — append-only and examiner-ready by design.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approved sources; Bedrock Guardrails mask PII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grade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PDF.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(LMS / gradebook)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Google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gradebook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 → Knowledge Base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 account per institution)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ECS FARGATE / AGENTCORE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(grading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023110"/>
            <a:ext cx="2569464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050542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agent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372868"/>
            <a:ext cx="2569464" cy="285750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400300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HITL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waitForTaskToken gate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07608" y="2722626"/>
            <a:ext cx="2569464" cy="285750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4" name="Text 32"/>
          <p:cNvSpPr/>
          <p:nvPr/>
        </p:nvSpPr>
        <p:spPr>
          <a:xfrm>
            <a:off x="6099048" y="2750058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0" name="Text 38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content filters (mandatory)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6" name="Text 44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draft+override+final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50" name="Text 48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2" name="Text 50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instructor sign-in   2 SAML federation (MFA at IdP; Cognito issues JWT)   3 authenticated session to grading console   4 rubric retrieved from the Knowledge Base   5 grading workers scale with submission volume   6 draft scoring via Bedrock + Guardrails inside the VPC   7 Step Functions holds at the instructor gate; draft/override/final persisted to append-only audit   8 gradebook write reachable only through the governed MCP gateway (after approval)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vs. human grading, faster turnaround (RCTs, ~300 students)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~$4,270/yr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grading labor per instructor (modeled)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 students, esp. large/online sections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grades — instructor is grader of record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5449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per data class + per-customer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with role scoping.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grading agent + Step Functions waitForTaskToken HITL gate.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LMS gradebook; load rubrics into a Knowledge Base.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mandatory approval gate before any grade write-back; smoke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Quick-deploy + gateway; connect LMS gradebook, load rubrics, enable the mandatory instructor-approval gate before any grade write-back.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runbooks/agent-deploy/04-assessment-grading-feedback.md  ·  docs/AWS-DEPLOYMENT-REFERENCE.md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FERPA/ADA-defensible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Agent 04 — Assessment, Grading &amp; Feedback</dc:title>
  <dc:subject>PptxGenJS Presentation</dc:subject>
  <dc:creator>EDU AI Agent Suite</dc:creator>
  <cp:lastModifiedBy>EDU AI Agent Suite</cp:lastModifiedBy>
  <cp:revision>1</cp:revision>
  <dcterms:created xsi:type="dcterms:W3CDTF">2026-06-24T03:49:11Z</dcterms:created>
  <dcterms:modified xsi:type="dcterms:W3CDTF">2026-06-24T03:49:11Z</dcterms:modified>
</cp:coreProperties>
</file>