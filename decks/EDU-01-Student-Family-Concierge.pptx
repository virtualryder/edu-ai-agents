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"The 24/7 governed front door — deflect routine contacts, answer in any language, act only after authentication."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~3 of 4. Let it land, then read the source aloud ("GAO-24-107407, 2024 · gov/peer-reviewed")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"A human staff member owns every account-touching action; the agent never alters a record on its own."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(Amazon Connect, SIS + Aid connectors, Amazon Translate),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(runbooks/agent-deploy/01-student-family-concierge.md)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&amp; Family Services Concierge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24/7 governed front door — deflect routine contacts, answer in any language, act only after authentication.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of 4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call-center calls went unanswered — about 4M of 5.4M during the 2024-25 cycle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GAO-24-107407, 2024 · gov/peer-reviewed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status questions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status / eligibility / deadline questions crowd out complex casework.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After-hours &amp; multilingual demand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 fixed staff cannot provide — any hour, any language.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Seasonal peaks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FAFSA, registration, move-in spikes overwhelm contact channels.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KB / policy + the student's own record via gateway-scoped connectors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and entitlement — what this person is allowed to know or do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/ draft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student's language, or draft a staff reply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gate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&amp; low-stakes status auto; any account-touching action needs staff approval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record access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staff member owns every account-touching action; the agent never alters a record on its own.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Connect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SMS / chat channel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243072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3297936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 + Aid connectors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97936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reads of student record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028944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083808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Translate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083808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answers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request → CloudFront/WAF → Cognito → Gateway (scoped read) → Bedrock+Guardrails → answer/translate → (HITL if account action) →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Amazon Connect / chat channel; point connectors at SIS and financial-aid system; load approved KB.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gateway + Connect/chat channel; point connectors at SIS and financial-aid system; load approved KB.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runbooks/agent-deploy/01-student-family-concierge.md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financial-aid status emails/calls/visits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Highline College · vendor (AWS)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&gt;15 min → &lt;30 sec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 at similar staffing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 Austin · vendor (AWS)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$1–$4 vs $17–$25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vs phone cost per contact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estimate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&amp; Family Services Concierge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