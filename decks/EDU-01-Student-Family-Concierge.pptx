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01 is the land-first motion: visible, low decision-risk, measurable. Position to the CIO as the safest first deployment that proves the shared control plane; to the CFO as a fast, contact-cost ROI. Set up that the whole suite shares one governed AWS platform — this agent is the on-ramp.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the GAO figure — three of four FAFSA-cycle calls went unanswered — as the strongest (gov) proxy for routine-inquiry overload. The two AWS customer stats are vendor-attributed and shown as such. To the CFO: a contact-cost story. To the CIO: 24/7 multilingual coverage without adding headcount.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Walk the left card as the operational reality, then land the modeled ~$1.2–1.6M/yr avoidable contact cost with the arithmetic visible — defensible, not invented; substitute their real volumes. The bright line is the governance promise: reads are self-serve, account actions need a named human. CISOs care most about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Five steps, human gate in red. Emphasize the gate is enforced in the orchestration framework, not a policy document. The three cards are the audit/grounding/never-decides assurances every regulated buyer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 — the most important slide. Trace the eight numbered flow steps. To deploy, the customer must provide: an IdP (Okta/Azure AD/Google), network reachability to SIS + financial-aid (PrivateLink/Direct Connect), approved KB content, and a named approver group. Bedrock + Guardrails are in-VPC and mandatory; PII never egresses after masking.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Outcomes are documented-at-institution or modeled-at-your-baseline, never guaranteed. Six deploy steps map to the runbook. Close on the takeaway: the governed platform is the product. The customer provides IdP, connectors, KB, and approvers; we provide the FERPA-defensible AWS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&amp; Family Services Concierge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Education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01 of 8  ·  deflect routine inquiries, 24/7 and multilingual — humans own every account action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HOLD MUSIC TO INSTANT ANSWERS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&amp; Family Services Concierge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concierge that answers routine status, eligibility, and deadline questions in the family's language — while staff approve every account-touching action and every access is audited.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~4M of 5.4M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FAFSA-cycle calls to the federal center went UNANSWERED (2024-25)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GAO-24-107407]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financial-aid status emails/calls/visits (Highline College)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&gt;15 min → &lt;30 sec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times at similar staffing (UT Austin)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can't self-serve answers; routine status/eligibility/deadline questions crowd out complex casework.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staff can't cover after-hours and multilingual demand.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peaks (FAFSA, registration, move-in) spike contact volume unpredictably.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2024-25 FAFSA cycle ~3 of 4 federal-center calls went unanswered — the sharpest proxy for routine-inquiry overload.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~$1.2M–$1.6M / yr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~120k routine contacts/yr × ~60% deflectable × ~$16 phone/email → self-service cost delta. Self-service resolves at $1–$4 vs. $17–$25 phone.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goodwill and enrollment yield when families can't reach anyone at peak.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burnout and turnover absorbing repetitive volume.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54970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cost-per-contact benchmark × institutional volume]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answers and drafts; a named staff member approves every account-touching action, and every record access is audited.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knowledge + the student's own record through a scoped gateway, answer or draft — then stop at a human gate for anything consequential.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KB + record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policy/KB + student record via gateway-scoped connectors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 intent &amp; entitlement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the ask; check what this role may see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/ translate / draft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in the family's language or draft a staff reply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approves account-touching actions; reads stay self-service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access logged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version — append-only and examiner-ready by design.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cite approved sources; Bedrock Guardrails mask PII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account action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PDF.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&amp; families (web / chat / voice)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+ Financial-Aid system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Connect / chat channel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(concierge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worker + Amazon Translate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+ case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student sign-in   2 SAML federation (MFA at IdP; Cognito issues JWT — no credentials in AWS)   3 authenticated session to concierge   4 SIS / financial-aid read over private connectivity   5 demand scales the agent workers   6 model calls stay inside AWS via VPC endpoint   7 every record access &amp; answer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status emails/calls/visits (Highline College)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 sec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from &gt;15 min at similar staffing (UT Austin)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$1–$4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contact cost vs. $17–$25 phone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~$1.2–1.6M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avoidable contact cost/yr addressed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SIS + financial-aid; load approved KB; wire Connect/chat.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gateway + Connect/chat channel; point connectors at SIS and financial-aid; load approved KB.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runbooks/agent-deploy/01-student-family-concierge.md  ·  docs/AWS-DEPLOYMENT-REFERENCE.md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FERPA/ADA-defensible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Agent 01 — Student &amp; Family Services Concierge</dc:title>
  <dc:subject>PptxGenJS Presentation</dc:subject>
  <dc:creator>EDU AI Agent Suite</dc:creator>
  <cp:lastModifiedBy>EDU AI Agent Suite</cp:lastModifiedBy>
  <cp:revision>1</cp:revision>
  <dcterms:created xsi:type="dcterms:W3CDTF">2026-06-24T03:49:10Z</dcterms:created>
  <dcterms:modified xsi:type="dcterms:W3CDTF">2026-06-24T03:49:10Z</dcterms:modified>
</cp:coreProperties>
</file>