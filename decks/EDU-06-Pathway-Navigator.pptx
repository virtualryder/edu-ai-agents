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06 is higher-governance — degree planning is consequential. Position to the CFO via transfer-credit cost and completion; to the provost via advisor-verified plans and full audit. Sequence after the control plane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~43% credit-loss figure (GAO, restated in CHEPP) — flag the GAO year. The $13K–$26K is foundation/research (CHEPP, direct). Illinois Tech 4-6wk→1day is vendor-attributed.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Uses a DIRECT per-student cost (CHEPP) — a strength. Bright line: advisor verifies before any plan is finalized; consequential planning is a human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Advisor verify gate via Step Functions. 'Audit the audit' means the degree audit itself is logged and reproducible — important for appeals and accreditation.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SIS/degree-audit connectivity, and catalog/articulation rules to index. Plans finalize only after advisor verification, through the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2.5x graduation likelihood and Illinois Tech speed-up are the proof points.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Navigator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06 of 8  ·  plain-language degree audits and transfer-credit mapping — an advisor verifies every plan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6291072"/>
            <a:ext cx="11460480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LOSING 43% OF CREDITS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Navigator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navigator that produces plain-language degree audits and transfer-credit mapping against catalog and articulation rules — keeping students on a guided pathway while an advisor verifies every consequential plan.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credits lost on average when students transfer (~a semester)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GAO/CHEPP]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$13K–$26K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cost per transfer student from lost credits (4-yr)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CHEPP]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 → 1 day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evaluation at Illinois Tech on AWS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and transfer rules are complex; advisors are overloaded (~441 students/advisor at 2-yr).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 students lose ~43% of credits on average; 1 in 7 lose all of them.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credits lengthen time-to-degree and inflate cost-of-attendance.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credential evaluation is slow — weeks per student.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~$13,081–$26,396 / student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(CHEPP 2024): added cost-of-attendance from lost credits — $13,081 public 4-yr / $26,396 private 4-yr — plus ~$15,400 in lost wages per 3-month graduation delay.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Depressed transfer enrollment and completion for the institution.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student debt ($2,742–$5,543) and longer time-to-degree.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4725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CHEPP 2024, direct]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audits and recommends next-best courses; an advisor verifies before any plan is finalized — consequential planning stays a human decision.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degree requirements + the student's transcript, analyze against articulation rules, recommend next-best courses — an advisor verifies before the plan is finalized.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transcript + rules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requirements + student record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vs. catalog rules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against articulation / catalog rules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+ flag gaps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next-best courses; flag credit gaps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 VERIFIES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before the plan is finalized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the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degree audit + plan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degree plan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advisors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/ degree-audit + articulation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/ articulation rules → KB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(pathway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verify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articulation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+ plans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student/advisor sign-in   2 SAML federation (MFA at IdP; Cognito issues JWT)   3 authenticated session to pathway console   4 transcript + degree-audit rules read over private connectivity   5 planning workers scale with demand   6 audit + recommendation via Bedrock + Guardrails inside the VPC   7 Step Functions holds at the advisor verify gate; every audit/plan persisted to append-only store   8 SIS/degree-audit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credit-loss problem directly targeted (GAO/CHEPP)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$13K–$26K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added cost reduced when credits transfer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4–6wk→1d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evaluation (Illinois Tech on AWS)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likely to graduate with &gt;90% of credits accepted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navigator agent + Step Functions advisor-verify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SIS/degree-audit; index catalog + articulation rules.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advisor verification gate + audit;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SIS/degree-audit, index catalog and articulation rules, enable advisor verification gate.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runbooks/agent-deploy/06-pathway-navigator.md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06 — Pathway Navigator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