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05 is the clearest CFO story in the suite — retained tuition. It is also higher-governance (who gets contacted, and why, is consequential). Position to the CFO via the ~$5.6M model; to the CISO via the advisor gate and audit of every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NSC's 22.4% non-return (gov/peer-reviewed). The $5.6M and $560K are modeled — show arithmetic and stress they substitute the customer's own headcount and net tuition.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This is the revenue-protection agent. The cost-of-nothing is forgone recurring tuition. Bright line: the agent flags and drafts; an advisor decides who is contacted and why — and it's all audited (important for equity/fairness review).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This is the event-driven agent — note EventBridge step 1 and SQS scaling. The advisor approval gate is enforced by Step Functions waitForTaskToken. Audit records who was flagged, contacted,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Highlight EventBridge + SQS in the runtime tier — this is the one event-driven design. Customer provides: IdP, SIS/LMS connectivity, and an approved risk model. No autonomous outreach.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CCRC early-alert evidence supports the intervention model. Close on revenue protection plus governance: every flag and contact is auditable for fairness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Success &amp; Proactive Engagement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05 of 8  ·  surface at-risk signals early and draft the nudge — an advisor approves every intervention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365760" y="6291072"/>
            <a:ext cx="11460480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BEFORE THEY WITHDRAW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Success &amp; Proactive Engagement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early-alert agent that surfaces at-risk signals across SIS/LMS and drafts a timely, personalized nudge — an advisor approves every intervention, protecting both the student and recurring tuition revenue.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22.4%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first-year students don't return for year two (NSC 2025)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NSC]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~$5.6M/yr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forgone recurring tuition from preventable non-return (modeled)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~$560K/yr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by cutting avoidable non-return just 1-in-10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signs accumulate across SIS/LMS before anyone acts — usually after withdrawal.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22.4% of first-year students don't return for year two; community colleges retain far less.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lost student forfeits recurring tuition plus sunk recruitment cost ($457–$2,433).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 can't manually watch every signal for every student.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~$5.6M / yr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2,500 first-years × 22.4% non-return = ~560 lost × ~$10k net tuition/yr. Even a 1-in-10 reduction recovers ~$560K/yr, before recruitment sunk cost.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tuition revenue lost to preventable attrition.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recruitment investment per non-returning student.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096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non-return rate × net tuition × headcount]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flags risk and drafts the outreach; an advisor approves every intervention — who is contacted, and why, is a human decision and is audited.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Event-driven: a risk signal triggers a scoped read and an approved risk model, the agent drafts a nudge — an advisor approves before any outreach.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→ EventBridge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attendance/grade/engagement event triggers the flow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read + analyze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SIS/LMS read via gateway; score on approved model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nudge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personalized, timely outreach recommendation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 APPROVES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the intervention (waitForTaskToken)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Outreach +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was flagged, contacted, and why —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who to contact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 / success staff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+ LMS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 (Bedrock / SageMaker)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+ SQS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triggers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023110"/>
            <a:ext cx="2569464" cy="28575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050542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agent + risk scoring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372868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400300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HITL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approval gate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007608" y="2722626"/>
            <a:ext cx="2569464" cy="285750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4" name="Text 32"/>
          <p:cNvSpPr/>
          <p:nvPr/>
        </p:nvSpPr>
        <p:spPr>
          <a:xfrm>
            <a:off x="6099048" y="2750058"/>
            <a:ext cx="240487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0" name="Text 38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4" name="Text 42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+ case state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6" name="Text 44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flagged/contacted/why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50" name="Text 48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2" name="Text 50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advisor sign-in   2 SAML federation (MFA at IdP; Cognito issues JWT)   3 authenticated session to success console   4 SIS/LMS signals read over private connectivity   5 EventBridge + SQS drive event-driven scaling   6 risk analysis + draft via Bedrock + Guardrails inside the VPC   7 Step Functions holds at the advisor gate; flagged/contacted/why persisted to append-only audit   8 systems-of-record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22.4%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 non-return rate targeted (NSC 2025)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~$5.6M/yr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forgone tuition modeled at reference institution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withdrawal + higher grades with early alerts (CCRC)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~$560K/yr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at a 1-in-10 reduction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success agent + Step Functions advisor-approval gate.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SIS/LMS; configure the approved risk model; wire EventBridge triggers.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audit of flagged/contacted/why; smoke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connect SIS/LMS, configure the approved risk model and advisor-approval gate, wire EventBridge triggers.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runbooks/agent-deploy/05-student-success-engagement.md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05 — Student Success &amp; Proactive Engagement</dc:title>
  <dc:subject>PptxGenJS Presentation</dc:subject>
  <dc:creator>EDU AI Agent Suite</dc:creator>
  <cp:lastModifiedBy>EDU AI Agent Suite</cp:lastModifiedBy>
  <cp:revision>1</cp:revision>
  <dcterms:created xsi:type="dcterms:W3CDTF">2026-06-24T03:49:11Z</dcterms:created>
  <dcterms:modified xsi:type="dcterms:W3CDTF">2026-06-24T03:49:11Z</dcterms:modified>
</cp:coreProperties>
</file>