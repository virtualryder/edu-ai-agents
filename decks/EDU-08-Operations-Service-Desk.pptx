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08 is land-first — visible, measurable deflection, and the small-IT-team pain is acute (especially K-12). Position to the CIO as relief for a stretched team; to the CFO as a clean cost-per-ticket deflection ROI.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The 20–50% password-call share and $70/reset are sector-press/vendor-cited — flag them. The $300K is modeled; show arithmetic. The 45%+ deflection is vendor-cited supporting color, not the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Modeled deflectable-ticket cost plus password-reset labor. Bright line: low-risk resets auto-resolve, but any privileged/account-changing action stops at a human gate — the CISO's key concern.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gate is risk-tiered: define which actions auto-resolve vs. escalate at deploy time. Every action — auto or human — is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Customer provides: IdP, ITSM connectivity, identity-provider connectivity for resets, and approved runbooks. Privileged actions are gated through the gateway; everything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The deflection economics are the headline. The auto-vs-approve split is configured at deploy. Close on platform-as-product and the runbook pointer.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/ IT Service Desk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08 of 8  ·  deflect repetitive tickets, ground answers in approved runbooks — humans gate privileged actions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DEFLECT THE TICKET FLOOD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/ IT Service Desk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service-desk agent that resolves high-volume, self-serviceable tickets from approved runbooks — auto-resolving low-risk requests and escalating any privileged or account-changing action to a human, all audited.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20–50%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help-desk calls are password issues (~$70/reset loaded)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— flag on slide]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deflectable-ticket cost at a 50k-ticket institution (modeled)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45%+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AI can deflect (vendor-cited)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IT/admin teams drown in repetitive tickets (password/access, how-to, status).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cost per ticket is ~$6–$12; password resets alone cost ~$70 each in labor.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 wait while staff handle self-resolvable volume.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scattered; answers are inconsistent across agents.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50,000 tickets × ~30% deflectable × ~$20 agent → self-service delta. Self-service resolves at $1–$4 vs. $17–$25 phone; password resets add ~$70 each where not automated.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 to genuine incidents while volume backs up.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burnout on repetitive, low-value tickets.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37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ticket volume × deflectable share × cost delta]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resolves and drafts from approved runbooks; low-risk resets auto-resolve, but any privileged or account-changing action stops at a human gate — and every action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runbooks, resolve self-service or draft the action — low-risk resets auto-resolve; privileged actions stop at a human gate.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runbooks/KB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IT KB + runbooks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ticket intent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request and its risk level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/ draft action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answer or automated action draft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actions escalate; low-risk resets auto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every action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resolution and action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privileged actions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/ staff / faculty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(ticketing) + IdP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/ IT KB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(service-desk chat)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Service-desk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/ IT KB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service-desk chat   4 runbooks retrieved from the Knowledge Base; ITSM/IdP read over private connectivity   5 workers scale with ticket volume   6 resolution/draft via Bedrock + Guardrails inside the VPC   7 every resolution &amp; action persisted to append-only audit   8 ITSM + identity-provider reachable only through the governed MCP gateway (privileged actions gated)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$1–$4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vs. $17–$25 phone resolution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AI can deflect (vendor-cited)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~$70/reset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password-reset labor cost targeted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deflectable-ticket cost modeled at 50k tickets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service-desk agent + grant tools via the MCP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ITSM tool + identity provider; index runbooks.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which actions auto-resolve vs. require approval; audit +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the ITSM tool and identity provider, index runbooks, set which actions auto-resolve vs. require approval.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runbooks/agent-deploy/08-operations-service-desk.md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08 — Operations / IT Service Desk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